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智家能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BF7D0"/>
                </a:solidFill>
                <a:latin typeface="微软雅黑"/>
                <a:ea typeface="微软雅黑"/>
              </a:rPr>
              <a:t>基于多模态家庭数据分析的 AI 能源管理与节能决策系统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59E0B"/>
                </a:solidFill>
                <a:latin typeface="微软雅黑"/>
                <a:ea typeface="微软雅黑"/>
              </a:rPr>
              <a:t>看懂用电  ·  发现浪费  ·  一句话去办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ECCB8"/>
                </a:solidFill>
                <a:latin typeface="微软雅黑"/>
                <a:ea typeface="微软雅黑"/>
              </a:rPr>
              <a:t>演示家庭：成都四口之家  ·  2026-08-19 20:30  ·  已运行 30 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项目背景 / 用户痛点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家里只有一个总电量，看不懂为什么贵。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高峰、平时、谷时混在一起，浪费看不见。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凌晨热水器异常启动，没有规则说明。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建议停留在「请节约用电」，没有人去拧开关。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评委和用户真正要的是：已经跑起来的决策闭环。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面向普通家庭的多模态能源智能决策系统。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不是单纯电量看板，也不是必须上硬件才能演示的中控。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回答三件事：为什么耗电、哪里浪费、今晚谁去办。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多模态 = 电力 / 室内环境 / 占用行为 / 天气 四路时序，不是图像。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大模型只解释，不算指标。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产品整体方案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1737360" cy="1371600"/>
          </a:xfrm>
          <a:prstGeom prst="rect">
            <a:avLst/>
          </a:prstGeom>
          <a:solidFill>
            <a:srgbClr val="08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四路感知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2194560"/>
            <a:ext cx="1737360" cy="1371600"/>
          </a:xfrm>
          <a:prstGeom prst="rect">
            <a:avLst/>
          </a:prstGeom>
          <a:solidFill>
            <a:srgbClr val="08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514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融合对齐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194560"/>
            <a:ext cx="1737360" cy="1371600"/>
          </a:xfrm>
          <a:prstGeom prst="rect">
            <a:avLst/>
          </a:prstGeom>
          <a:solidFill>
            <a:srgbClr val="08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514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预测诊断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94560"/>
            <a:ext cx="1737360" cy="1371600"/>
          </a:xfrm>
          <a:prstGeom prst="rect">
            <a:avLst/>
          </a:prstGeom>
          <a:solidFill>
            <a:srgbClr val="08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514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多目标决策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2194560"/>
            <a:ext cx="1737360" cy="1371600"/>
          </a:xfrm>
          <a:prstGeom prst="rect">
            <a:avLst/>
          </a:prstGeom>
          <a:solidFill>
            <a:srgbClr val="08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514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管家执行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04120" y="2194560"/>
            <a:ext cx="1737360" cy="1371600"/>
          </a:xfrm>
          <a:prstGeom prst="rect">
            <a:avLst/>
          </a:prstGeom>
          <a:solidFill>
            <a:srgbClr val="08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4120" y="251460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生活反馈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F746A"/>
                </a:solidFill>
                <a:latin typeface="微软雅黑"/>
                <a:ea typeface="微软雅黑"/>
              </a:rPr>
              <a:t>演示入口  http://127.0.0.1:5174/    无需登录    使用演示十一幕可带练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产品整体架构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前端：React + TypeScript + Vite + Ant Design + ECharts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后端：Python + FastAPI + SQLAlchemy + SQLite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AI：XGBoost 预测 · Isolation Forest 异常 · RandomForest 负荷识别 · 规则策略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数据：30 天 × 5 分钟 × 8 类家电，演示日四路对齐 100%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执行：管家宝强模拟控制当前开关与设定温度，不改写历史曲线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核心功能 · 看懂一户的电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总览：今日约 18.73 kWh，评分、电费、碳排，24 小时回放。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能耗：空调约 41.3%，热水器约 22.3%，冰箱约 11.8%（分路汇总）。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画像与洞察：近 30 日对标，不做虚构的全市平均。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使用说明：五分钟上手，给住在系统里的人看。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核心功能 · 预测与异常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预测：未来 6/24 小时，绿色带宽 = 真实 RMSE，不是手动画的准确率。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准确率 82.48% 定义为 100−MAPE，不是分类正确率。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异常：03:17 热水器 unusual_time，规则说明时段不合理。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实验对照 13 点、检出 27 条，F1=0.35，页面主动展示。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核心功能 · 决策到执行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策略：空调 24℃→26℃，舒适滑杆，优化前/后电量、电费、碳排与削峰曲线。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管家宝强：汇报、点头、场景、记忆偏好；冰箱拒绝关闭。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生活系统：电价时钟、今晚任务、电网削峰邀约、谷电预约。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数据来源：四路合同、缺模态降级、接入校验（演示只校验不写库）。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核心技术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16 列预测特征：滞后功率、滚动均值、室内温湿度、占用、小时与星期。不含室外天气。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负荷识别：有分路标签的 1 小时功率窗分类，Accuracy 0.9513。不是总表 NILM。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异常：Isolation Forest 给分，规则引擎给时段和设备。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策略：收益 × 可行性 × 接受度 × 舒适度，可模拟。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技术实现流程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generate_demo_data → init_db → train_models 落盘 joblib 与 metrics.json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FastAPI 读库与模型，返回可复现数字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前端可视化 + 使用演示十一幕 + 管家语音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改 Python 后必须重启 uvicorn；前端 http://127.0.0.1:5174/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核心创新点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四路时序对齐，缺模态可降级，接入合同可校验。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指标全部来自训练落盘，不拿 LLM 当计算器。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负荷识别边界写清：有标签窗口分类 ≠ 总表盲拆。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异常 F1=0.35 主动展示，用规则补归因。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建议接到管家：能听、能说、能拧、能点头。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特征可解释：占用和室内温度在模型里，室外天气不在。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产品实际运行效果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演示日用电 18.73 kWh
能源评分按峰值、异常、浪费扣分
03:17 热水器可回放、可归因
策略模拟给出削峰曲线
管家一句话执行今晚方案
四路对齐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8241C"/>
                </a:solidFill>
                <a:latin typeface="微软雅黑"/>
                <a:ea typeface="微软雅黑"/>
              </a:rPr>
              <a:t>实验 / 测试结果（来自 metrics.json）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097280"/>
          <a:ext cx="11338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4572000"/>
                <a:gridCol w="3108960"/>
              </a:tblGrid>
              <a:tr h="8046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关键指标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能耗预测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R² 0.9525  MAPE 17.52%  准确率 82.48%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准确率=100−MAPE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异常检测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IF + 规则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P 0.26  R 0.54  F1 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标注 13 / 检出 27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负荷识别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Acc 0.9513  macro-F1 0.9515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有标签窗口，非 NILM</a:t>
                      </a:r>
                    </a:p>
                  </a:txBody>
                  <a:tcPr/>
                </a:tc>
              </a:tr>
              <a:tr h="8046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策略模拟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规则引擎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今日 18.73 kWh，空调升温为首选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23026"/>
                          </a:solidFill>
                          <a:latin typeface="微软雅黑"/>
                          <a:ea typeface="微软雅黑"/>
                        </a:rPr>
                        <a:t>实时计算，非口头估算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产品优势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可演示：十一幕使用演示，入口固定，无需登录。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可复现：训练脚本 + metrics.json，数字对得上。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可执行：策略不只停留在报告，管家能拧。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可移植：仿真灌标准表，换适配器和电价即可按户重训。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23026"/>
                </a:solidFill>
                <a:latin typeface="微软雅黑"/>
                <a:ea typeface="微软雅黑"/>
              </a:rPr>
              <a:t>•  可诚实：短板（异常 F1、非 NILM）写在产品上。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城市居民家庭日常节能与峰谷错峰。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夜间异常巡检（热水器、待机负荷）。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电网削峰邀约的家庭侧响应（演示）。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能源服务商 / 物业的家庭决策内核（接入真实表后）。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产品价值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用户：看懂账单，今晚有动作。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社会：降低高峰与碳排（演示日碳因子 0.525 kg/kWh）。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经济：把可迁移负荷挪到谷电。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技术推广：标准表 + 可降级多模态，便于复制到下一户。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产品未来发展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接入真实电表与本地电价配置。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按户重训预测与异常模型。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可选 LLM 解释层，仍不算指标。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123026"/>
                </a:solidFill>
                <a:latin typeface="微软雅黑"/>
                <a:ea typeface="微软雅黑"/>
              </a:rPr>
              <a:t>•  物理执行器对接（当前为家庭侧模拟控制）。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241C"/>
                </a:solidFill>
                <a:latin typeface="微软雅黑"/>
                <a:ea typeface="微软雅黑"/>
              </a:rPr>
              <a:t>团队介绍（请填写真实姓名）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微软雅黑"/>
                <a:ea typeface="微软雅黑"/>
              </a:rPr>
              <a:t>本页不得出现指导教师、专家顾问、专利、合同、论文。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475488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成员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负责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产品 / 前端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页面、交互、使用说明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后端 / 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API、仿真灌表、生活系统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AI / 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训练、指标、模型实验舱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演示 / 材料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08241C"/>
                          </a:solidFill>
                          <a:latin typeface="微软雅黑"/>
                          <a:ea typeface="微软雅黑"/>
                        </a:rPr>
                        <a:t>视频、海报、PPT、日志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智家能  ·  产品说明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F746A"/>
                </a:solidFill>
                <a:latin typeface="微软雅黑"/>
                <a:ea typeface="微软雅黑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